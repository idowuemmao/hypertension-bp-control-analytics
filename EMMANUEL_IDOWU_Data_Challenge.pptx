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8288000" cy="11906250"/>
  <p:notesSz cx="12192000" cy="6858000"/>
  <p:defaultTextStyle>
    <a:lvl1pPr marL="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1pPr>
    <a:lvl2pPr marL="72462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2pPr>
    <a:lvl3pPr marL="144924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3pPr>
    <a:lvl4pPr marL="217386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4pPr>
    <a:lvl5pPr marL="289848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5pPr>
    <a:lvl6pPr marL="362310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6pPr>
    <a:lvl7pPr marL="4347720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7pPr>
    <a:lvl8pPr marL="5072341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8pPr>
    <a:lvl9pPr marL="5796962" algn="l" defTabSz="1449240" rtl="0" eaLnBrk="1" latinLnBrk="0" hangingPunct="1">
      <a:defRPr sz="28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5FA5"/>
    <a:srgbClr val="698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8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73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1pPr>
    <a:lvl2pPr marL="72462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2pPr>
    <a:lvl3pPr marL="144924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3pPr>
    <a:lvl4pPr marL="217386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4pPr>
    <a:lvl5pPr marL="289848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5pPr>
    <a:lvl6pPr marL="362310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6pPr>
    <a:lvl7pPr marL="4347720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7pPr>
    <a:lvl8pPr marL="5072341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8pPr>
    <a:lvl9pPr marL="5796962" algn="l" defTabSz="1449240" rtl="0" eaLnBrk="1" latinLnBrk="0" hangingPunct="1">
      <a:defRPr sz="19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52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519" rtl="0" eaLnBrk="1" latinLnBrk="0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45" indent="-342945" algn="l" defTabSz="914519" rtl="0" eaLnBrk="1" latinLnBrk="0" hangingPunct="1">
        <a:spcBef>
          <a:spcPct val="20000"/>
        </a:spcBef>
        <a:buFont typeface="Arial" pitchFamily="34" charset="0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3047" indent="-285786" algn="l" defTabSz="914519" rtl="0" eaLnBrk="1" latinLnBrk="0" hangingPunct="1">
        <a:spcBef>
          <a:spcPct val="20000"/>
        </a:spcBef>
        <a:buFont typeface="Arial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148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409" indent="-228630" algn="l" defTabSz="91451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68" indent="-228630" algn="l" defTabSz="91451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926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188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446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706" indent="-228630" algn="l" defTabSz="91451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61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19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78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039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98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557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817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077" algn="l" defTabSz="91451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4D675B1-208E-6192-C54A-9DB06CC70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49" y="138479"/>
            <a:ext cx="18349497" cy="1162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7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D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95950DD-F16B-9F1F-591A-4486DD2EC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48" y="126756"/>
            <a:ext cx="18311448" cy="11652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2</Words>
  <Application>Microsoft Office PowerPoint</Application>
  <PresentationFormat>Custom</PresentationFormat>
  <Paragraphs>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HCC Power BI — Background &amp; Color Template</dc:title>
  <dc:subject>PptxGenJS Presentation</dc:subject>
  <dc:creator>Hypertension Cardiology Center Analytics</dc:creator>
  <cp:lastModifiedBy>75400554 Power BI</cp:lastModifiedBy>
  <cp:revision>26</cp:revision>
  <dcterms:created xsi:type="dcterms:W3CDTF">2026-05-05T18:17:03Z</dcterms:created>
  <dcterms:modified xsi:type="dcterms:W3CDTF">2026-05-06T23:10:01Z</dcterms:modified>
</cp:coreProperties>
</file>